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Amatic SC"/>
      <p:regular r:id="rId20"/>
      <p:bold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regular.fntdata"/><Relationship Id="rId22" Type="http://schemas.openxmlformats.org/officeDocument/2006/relationships/font" Target="fonts/Lato-regular.fntdata"/><Relationship Id="rId21" Type="http://schemas.openxmlformats.org/officeDocument/2006/relationships/font" Target="fonts/AmaticSC-bold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Ppt summary of Sales,profit and Sales Growth Analysis (tableau Dashboard)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shows the main dashboard with KPIs for Sales and Profit, a Sales Growth line chart, and category filter for interactivity. Navigation buttons allow the user to view explanation dashboards for each KPI.</a:t>
            </a:r>
            <a:br>
              <a:rPr lang="en"/>
            </a:br>
            <a:r>
              <a:rPr lang="en"/>
              <a:t>Also added the navigation menu of individual sheets easy for the viewer to open each sheet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ef8ef4b6c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ef8ef4b6c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1199075" y="1093300"/>
            <a:ext cx="5235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matic SC"/>
                <a:ea typeface="Amatic SC"/>
                <a:cs typeface="Amatic SC"/>
                <a:sym typeface="Amatic SC"/>
              </a:rPr>
              <a:t>PPT Summary:</a:t>
            </a:r>
            <a:br>
              <a:rPr lang="en">
                <a:latin typeface="Amatic SC"/>
                <a:ea typeface="Amatic SC"/>
                <a:cs typeface="Amatic SC"/>
                <a:sym typeface="Amatic SC"/>
              </a:rPr>
            </a:br>
            <a:r>
              <a:rPr lang="en">
                <a:latin typeface="Amatic SC"/>
                <a:ea typeface="Amatic SC"/>
                <a:cs typeface="Amatic SC"/>
                <a:sym typeface="Amatic SC"/>
              </a:rPr>
              <a:t>DASHBOARD DESIGN</a:t>
            </a:r>
            <a:endParaRPr sz="46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4393917" y="3345925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Aatika Amir: Data Analyst Intern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0" y="1185425"/>
            <a:ext cx="4469700" cy="27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>
                <a:solidFill>
                  <a:srgbClr val="3D85C6"/>
                </a:solidFill>
                <a:latin typeface="Amatic SC"/>
                <a:ea typeface="Amatic SC"/>
                <a:cs typeface="Amatic SC"/>
                <a:sym typeface="Amatic SC"/>
              </a:rPr>
              <a:t>Dashboard</a:t>
            </a:r>
            <a:endParaRPr sz="6600">
              <a:solidFill>
                <a:srgbClr val="3D85C6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>
                <a:solidFill>
                  <a:srgbClr val="3D85C6"/>
                </a:solidFill>
                <a:latin typeface="Amatic SC"/>
                <a:ea typeface="Amatic SC"/>
                <a:cs typeface="Amatic SC"/>
                <a:sym typeface="Amatic SC"/>
              </a:rPr>
              <a:t>Overview</a:t>
            </a:r>
            <a:endParaRPr sz="6600">
              <a:solidFill>
                <a:srgbClr val="3D85C6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9FC5E8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• KPIs: Total Sales &amp; Total Profit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• Sales Growth Line Chart included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</a:t>
            </a:r>
            <a:r>
              <a:rPr b="1" lang="en"/>
              <a:t>Category filter (slicer) added for    interactivity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• Consistent color theme applied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Navigation buttons link to explanation dashboards</a:t>
            </a:r>
            <a:br>
              <a:rPr b="1" lang="en"/>
            </a:br>
            <a:r>
              <a:rPr b="1" lang="en"/>
              <a:t> Navigation menu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 title="Screenshot (61).png"/>
          <p:cNvPicPr preferRelativeResize="0"/>
          <p:nvPr/>
        </p:nvPicPr>
        <p:blipFill rotWithShape="1">
          <a:blip r:embed="rId3">
            <a:alphaModFix/>
          </a:blip>
          <a:srcRect b="0" l="7462" r="24203" t="0"/>
          <a:stretch/>
        </p:blipFill>
        <p:spPr>
          <a:xfrm>
            <a:off x="-281875" y="152400"/>
            <a:ext cx="702707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7015250" y="1755750"/>
            <a:ext cx="18624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rPr>
              <a:t>Dashboard Screenshots</a:t>
            </a:r>
            <a:endParaRPr sz="3900">
              <a:solidFill>
                <a:schemeClr val="dk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Sales Summary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C78D8"/>
                </a:solidFill>
              </a:rPr>
              <a:t>insights:</a:t>
            </a:r>
            <a:endParaRPr b="1" sz="2100">
              <a:solidFill>
                <a:srgbClr val="3C78D8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Total Sales represent overall revenue 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KPI shows revenue at a glance 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Line chart shows sales trend over time 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" name="Google Shape;92;p16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 sz="1600"/>
              <a:t>• Conclusion: Sales performance is stable and shows growth 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Helps identify high-performing months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Profit Summary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D85C6"/>
                </a:solidFill>
              </a:rPr>
              <a:t>Insights:</a:t>
            </a:r>
            <a:endParaRPr b="1" sz="2100">
              <a:solidFill>
                <a:srgbClr val="3D85C6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rPr lang="en" sz="1600"/>
              <a:t>• Total Profit shows earnings after costs </a:t>
            </a:r>
            <a:br>
              <a:rPr lang="en" sz="1600"/>
            </a:br>
            <a:r>
              <a:rPr lang="en" sz="1600"/>
              <a:t>• KPI highlights overall profitability</a:t>
            </a:r>
            <a:br>
              <a:rPr lang="en" sz="1600"/>
            </a:br>
            <a:r>
              <a:rPr lang="en" sz="1600"/>
              <a:t> • Line chart identifies high-profit periods </a:t>
            </a:r>
            <a:endParaRPr sz="1600"/>
          </a:p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rPr lang="en" sz="1600"/>
              <a:t>• Conclusion: Business is profitable and stable</a:t>
            </a:r>
            <a:br>
              <a:rPr lang="en" sz="1600"/>
            </a:br>
            <a:r>
              <a:rPr lang="en" sz="1600"/>
              <a:t> • Helps plan strategies for improving earnings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Sales Growth /Time series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C78D8"/>
                </a:solidFill>
              </a:rPr>
              <a:t>Insights:</a:t>
            </a:r>
            <a:endParaRPr b="1" sz="2100">
              <a:solidFill>
                <a:srgbClr val="3C78D8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Shows trend of sales over time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 • Line chart highlights growth or decline periods • Helps identify seasonality in sales.</a:t>
            </a:r>
            <a:endParaRPr sz="1600"/>
          </a:p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Supports data-driven decision making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 • Conclusion: Overall sales are increasing steadily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latin typeface="Amatic SC"/>
                <a:ea typeface="Amatic SC"/>
                <a:cs typeface="Amatic SC"/>
                <a:sym typeface="Amatic SC"/>
              </a:rPr>
              <a:t>NAVIGATION &amp; </a:t>
            </a:r>
            <a:r>
              <a:rPr lang="en" sz="7000">
                <a:latin typeface="Amatic SC"/>
                <a:ea typeface="Amatic SC"/>
                <a:cs typeface="Amatic SC"/>
                <a:sym typeface="Amatic SC"/>
              </a:rPr>
              <a:t>INTERACTIVITY</a:t>
            </a:r>
            <a:endParaRPr sz="70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4294967295" type="body"/>
          </p:nvPr>
        </p:nvSpPr>
        <p:spPr>
          <a:xfrm>
            <a:off x="585200" y="685625"/>
            <a:ext cx="28956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300">
                <a:solidFill>
                  <a:srgbClr val="134F5C"/>
                </a:solidFill>
                <a:latin typeface="Amatic SC"/>
                <a:ea typeface="Amatic SC"/>
                <a:cs typeface="Amatic SC"/>
                <a:sym typeface="Amatic SC"/>
              </a:rPr>
              <a:t>Navigation Button</a:t>
            </a:r>
            <a:endParaRPr sz="3300">
              <a:solidFill>
                <a:srgbClr val="134F5C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17" name="Google Shape;117;p20"/>
          <p:cNvSpPr txBox="1"/>
          <p:nvPr>
            <p:ph idx="4294967295" type="body"/>
          </p:nvPr>
        </p:nvSpPr>
        <p:spPr>
          <a:xfrm>
            <a:off x="4756392" y="322700"/>
            <a:ext cx="36765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400">
                <a:latin typeface="Amatic SC"/>
                <a:ea typeface="Amatic SC"/>
                <a:cs typeface="Amatic SC"/>
                <a:sym typeface="Amatic SC"/>
              </a:rPr>
              <a:t>NAVIGATION MENU</a:t>
            </a:r>
            <a:endParaRPr sz="44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18" name="Google Shape;118;p20"/>
          <p:cNvSpPr txBox="1"/>
          <p:nvPr>
            <p:ph idx="4294967295" type="body"/>
          </p:nvPr>
        </p:nvSpPr>
        <p:spPr>
          <a:xfrm>
            <a:off x="4682175" y="3857975"/>
            <a:ext cx="4369200" cy="15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This slide explains the navigation buttons that link KPIs and charts to their respective explanation dashboards, allowing smooth interactive exploration.</a:t>
            </a:r>
            <a:endParaRPr/>
          </a:p>
        </p:txBody>
      </p:sp>
      <p:sp>
        <p:nvSpPr>
          <p:cNvPr id="119" name="Google Shape;119;p20"/>
          <p:cNvSpPr txBox="1"/>
          <p:nvPr>
            <p:ph idx="4294967295" type="body"/>
          </p:nvPr>
        </p:nvSpPr>
        <p:spPr>
          <a:xfrm>
            <a:off x="4325954" y="32670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Amatic SC"/>
                <a:ea typeface="Amatic SC"/>
                <a:cs typeface="Amatic SC"/>
                <a:sym typeface="Amatic SC"/>
              </a:rPr>
              <a:t>  Insights:</a:t>
            </a:r>
            <a:endParaRPr sz="3600"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120" name="Google Shape;120;p20" title="Screenshot (61).png"/>
          <p:cNvPicPr preferRelativeResize="0"/>
          <p:nvPr/>
        </p:nvPicPr>
        <p:blipFill rotWithShape="1">
          <a:blip r:embed="rId3">
            <a:alphaModFix/>
          </a:blip>
          <a:srcRect b="0" l="13654" r="10189" t="65772"/>
          <a:stretch/>
        </p:blipFill>
        <p:spPr>
          <a:xfrm>
            <a:off x="1472325" y="1711000"/>
            <a:ext cx="5791450" cy="1460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20"/>
          <p:cNvGrpSpPr/>
          <p:nvPr/>
        </p:nvGrpSpPr>
        <p:grpSpPr>
          <a:xfrm>
            <a:off x="2301570" y="1242090"/>
            <a:ext cx="198900" cy="593656"/>
            <a:chOff x="777447" y="1610215"/>
            <a:chExt cx="198900" cy="593656"/>
          </a:xfrm>
        </p:grpSpPr>
        <p:cxnSp>
          <p:nvCxnSpPr>
            <p:cNvPr id="122" name="Google Shape;122;p20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0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4" name="Google Shape;124;p20"/>
          <p:cNvCxnSpPr/>
          <p:nvPr/>
        </p:nvCxnSpPr>
        <p:spPr>
          <a:xfrm flipH="1">
            <a:off x="5627050" y="1014575"/>
            <a:ext cx="941700" cy="15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0"/>
          <p:cNvSpPr txBox="1"/>
          <p:nvPr/>
        </p:nvSpPr>
        <p:spPr>
          <a:xfrm>
            <a:off x="40850" y="3481200"/>
            <a:ext cx="4369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• Each KPI and chart has a navigation button</a:t>
            </a:r>
            <a:br>
              <a:rPr lang="en" sz="1600">
                <a:solidFill>
                  <a:schemeClr val="dk2"/>
                </a:solidFill>
              </a:rPr>
            </a:br>
            <a:r>
              <a:rPr lang="en" sz="1600">
                <a:solidFill>
                  <a:schemeClr val="dk2"/>
                </a:solidFill>
              </a:rPr>
              <a:t>• Buttons link to separate explanation dashboards (Sales, Profit, Growth) </a:t>
            </a:r>
            <a:br>
              <a:rPr lang="en" sz="1600">
                <a:solidFill>
                  <a:schemeClr val="dk2"/>
                </a:solidFill>
              </a:rPr>
            </a:br>
            <a:r>
              <a:rPr lang="en" sz="1600">
                <a:solidFill>
                  <a:schemeClr val="dk2"/>
                </a:solidFill>
              </a:rPr>
              <a:t>• Back button returns to Original Dashboard • Fully interactive for the user </a:t>
            </a:r>
            <a:br>
              <a:rPr lang="en" sz="1600">
                <a:solidFill>
                  <a:schemeClr val="dk2"/>
                </a:solidFill>
              </a:rPr>
            </a:br>
            <a:r>
              <a:rPr lang="en" sz="1600">
                <a:solidFill>
                  <a:schemeClr val="dk2"/>
                </a:solidFill>
              </a:rPr>
              <a:t>• Supports easy exploration of insights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Amatic SC"/>
                <a:ea typeface="Amatic SC"/>
                <a:cs typeface="Amatic SC"/>
                <a:sym typeface="Amatic SC"/>
              </a:rPr>
              <a:t>CONCLUSION &amp; KEY INSIGHTS:</a:t>
            </a:r>
            <a:endParaRPr sz="50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155CC"/>
                </a:solidFill>
              </a:rPr>
              <a:t>Total sales:</a:t>
            </a:r>
            <a:endParaRPr b="1" sz="21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Total Sales are stable and show consistent growth over time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155CC"/>
                </a:solidFill>
              </a:rPr>
              <a:t>Total profit:</a:t>
            </a:r>
            <a:endParaRPr b="1" sz="21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Total Profit indicates a profitable business with high-earning periods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155CC"/>
                </a:solidFill>
              </a:rPr>
              <a:t>Sales growth (chart):</a:t>
            </a:r>
            <a:endParaRPr b="1" sz="21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Sales Growth line chart highlights trends and seasonality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1155CC"/>
                </a:solidFill>
                <a:latin typeface="Amatic SC"/>
                <a:ea typeface="Amatic SC"/>
                <a:cs typeface="Amatic SC"/>
                <a:sym typeface="Amatic SC"/>
              </a:rPr>
              <a:t>THANK YOU</a:t>
            </a:r>
            <a:endParaRPr sz="6400">
              <a:solidFill>
                <a:srgbClr val="1155CC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6FA8DC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900">
                <a:latin typeface="Amatic SC"/>
                <a:ea typeface="Amatic SC"/>
                <a:cs typeface="Amatic SC"/>
                <a:sym typeface="Amatic SC"/>
              </a:rPr>
              <a:t>Thank you for reviewing my Tableau Dashboard project. Interactive insights on Sales, Profit, and Growth are included.</a:t>
            </a:r>
            <a:endParaRPr sz="39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